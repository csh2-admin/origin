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50" d="100"/>
          <a:sy n="50" d="100"/>
        </p:scale>
        <p:origin x="1284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C539F-FB6B-9833-0F48-FAC7293C1C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4570C5-268B-17C5-F409-2C2C666A1D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D1F0D1-B8E0-281E-A3D1-FB6894CB5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83124A-49AE-4925-9D3F-7822D9936C61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AFADE7-6EB1-5009-E6CA-E55FC0F2FC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ADA03C-AA00-64F6-4A1B-88CB1D83C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044CA-2821-444F-9EC8-AC5C6B5739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7371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25AD8-8638-540D-DB36-9D9769EDFB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E7BEFA-4778-0596-5A1C-9EEEDD8791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5B48F-BA93-0893-A493-D0FA5A59C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83124A-49AE-4925-9D3F-7822D9936C61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C02906-FB15-AA44-91AE-18837CE3A2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285217-41B1-F1EB-4D04-C110A59B1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044CA-2821-444F-9EC8-AC5C6B5739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2380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D86CC-448B-6CEC-18C8-F490C96B4B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2B4EB7-B50C-0A09-FC7D-8FF12A31D4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663945-B725-3A87-475A-176B52950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83124A-49AE-4925-9D3F-7822D9936C61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FA31EA-F184-0D5C-5442-A22157517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D15A08-5439-D8CE-737D-67A130DD1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044CA-2821-444F-9EC8-AC5C6B5739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8186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E19754-9CFA-508C-85B5-8B0BE2CDC2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3169C8-D37C-9CD0-1C0D-048EC1AD80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CEE8AF-E811-0001-28DB-19AA6B0E3C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35EA72-0456-DBF4-BAFA-D3C8F3144D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83124A-49AE-4925-9D3F-7822D9936C61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3969B9-34D9-CA2C-2DA2-26245E091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B5F2D9-F58B-BA80-7CDB-5AD392FA4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044CA-2821-444F-9EC8-AC5C6B5739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925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97D42-3278-79F9-F707-BDB6EEC407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4A5FE0-E8FB-72AD-21BD-54C71607CD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729906-3583-C0E2-2D9D-741F288E68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34BABC-1B66-F0B6-2135-4BAA027E48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D01C9A-573C-04C0-998B-24604B3BEA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D880D0-C208-5578-7ABE-126DEB45F2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83124A-49AE-4925-9D3F-7822D9936C61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321D09F-60BA-2AD1-8B1B-19C69C936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61A267-3FE9-2D5F-F803-834A86D60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044CA-2821-444F-9EC8-AC5C6B5739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174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90A33-3DC0-776C-1B24-6759D32F5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7D20DA-FFFC-DB49-B180-5B768B85C0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83124A-49AE-4925-9D3F-7822D9936C61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0770EE-9C86-B8ED-5EB9-28EA17FF8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163808-ACAD-5C4D-8057-93563AD5B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044CA-2821-444F-9EC8-AC5C6B5739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0257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ABD4BEC-2D77-6BA6-0548-E25F15CD4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83124A-49AE-4925-9D3F-7822D9936C61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7F4E5A-783F-8218-076E-34209EDF1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B88AA5-0BC5-A10B-7EC8-10AACD1BA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044CA-2821-444F-9EC8-AC5C6B5739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931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06F25-0DC4-9DBE-F42B-608F38894F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A93CC0-B1A7-0C06-1356-03B8908017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5DF35E-81DF-AD28-ACEA-223FE1AE8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F439A-D657-3E36-1BEF-A7DB3B2A93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83124A-49AE-4925-9D3F-7822D9936C61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EC0CA1-35F9-CDCD-AE08-537487447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B51F7B-16C6-1E55-783B-AE1589485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044CA-2821-444F-9EC8-AC5C6B5739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2835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0B864-EBBD-80A8-E332-81EC511D6C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DD0132E-EA86-01F8-021E-22226BEA16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5C2895-41B2-F928-1C02-C1E4CB9E38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7AEB39-11E2-D827-EEDE-C02C792D3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83124A-49AE-4925-9D3F-7822D9936C61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9FBCA7-E27B-1F45-B678-7B77680EE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652A20-2BDE-490C-E06A-9D44CFAE0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044CA-2821-444F-9EC8-AC5C6B5739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335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2B695-8B68-B64B-659F-3AE435E76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B145EC-D1D9-4346-C20D-B1EABFB618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B22CDA-E39E-0536-D33D-2C7558074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83124A-49AE-4925-9D3F-7822D9936C61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B94AE7-B046-3D79-92C8-B3F8A58FEA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4A5852-82CB-8418-0E13-DBD9DDF76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044CA-2821-444F-9EC8-AC5C6B5739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0717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E2683E6-1401-D76A-0671-4EDD93D1185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2C703F-672C-2A82-0C3D-FF3BA839C8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876DF-04B1-7E6D-B79A-F3655045D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83124A-49AE-4925-9D3F-7822D9936C61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40B648-F63A-1DEA-2D97-04B4CEBBE0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00552A-8071-34D0-8554-5F98F749B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044CA-2821-444F-9EC8-AC5C6B5739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201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3736084-3F6C-3C0C-48D2-FD48F8564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817261-6722-D527-E1F2-E23CD7FA36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0A53AD-0FA3-9A56-3A17-3CE424201B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83124A-49AE-4925-9D3F-7822D9936C61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CA032F-7583-06DC-15C0-56158ADB64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39C6F7-9F55-9777-0744-114E1248F3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A044CA-2821-444F-9EC8-AC5C6B5739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6836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35C847-6588-AE60-C954-FF97467E2A61}"/>
              </a:ext>
            </a:extLst>
          </p:cNvPr>
          <p:cNvSpPr/>
          <p:nvPr/>
        </p:nvSpPr>
        <p:spPr>
          <a:xfrm>
            <a:off x="1453896" y="2309876"/>
            <a:ext cx="9180576" cy="3730752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PUMP HOUSING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47760F7-3032-BFBD-B363-5EFC469E9293}"/>
              </a:ext>
            </a:extLst>
          </p:cNvPr>
          <p:cNvSpPr/>
          <p:nvPr/>
        </p:nvSpPr>
        <p:spPr>
          <a:xfrm>
            <a:off x="1993392" y="4048236"/>
            <a:ext cx="4407408" cy="10048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r>
              <a:rPr lang="en-US" dirty="0"/>
              <a:t>	PISTON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E2F5D8-0A64-039A-A0DC-99010984ECA1}"/>
              </a:ext>
            </a:extLst>
          </p:cNvPr>
          <p:cNvSpPr/>
          <p:nvPr/>
        </p:nvSpPr>
        <p:spPr>
          <a:xfrm>
            <a:off x="1993392" y="3443732"/>
            <a:ext cx="1828800" cy="4206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LP SEAL GROUP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8E517DC-3001-DE51-094D-FE266A5A7624}"/>
              </a:ext>
            </a:extLst>
          </p:cNvPr>
          <p:cNvSpPr/>
          <p:nvPr/>
        </p:nvSpPr>
        <p:spPr>
          <a:xfrm>
            <a:off x="5236462" y="3352292"/>
            <a:ext cx="1173482" cy="5486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DCV POPPET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BFA007D-7315-E9EC-2E6A-458350E20CB4}"/>
              </a:ext>
            </a:extLst>
          </p:cNvPr>
          <p:cNvSpPr/>
          <p:nvPr/>
        </p:nvSpPr>
        <p:spPr>
          <a:xfrm>
            <a:off x="5236462" y="2739644"/>
            <a:ext cx="1173482" cy="5486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DCV SPRING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1CF6F52-F7CE-C5B9-94F3-E6D9D436F0C9}"/>
              </a:ext>
            </a:extLst>
          </p:cNvPr>
          <p:cNvSpPr/>
          <p:nvPr/>
        </p:nvSpPr>
        <p:spPr>
          <a:xfrm>
            <a:off x="6478905" y="4056380"/>
            <a:ext cx="1173482" cy="5486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ICV FLAPPER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C97D2C9-DB88-70FA-CBCE-B22A53BECDE5}"/>
              </a:ext>
            </a:extLst>
          </p:cNvPr>
          <p:cNvSpPr/>
          <p:nvPr/>
        </p:nvSpPr>
        <p:spPr>
          <a:xfrm>
            <a:off x="6484237" y="4650740"/>
            <a:ext cx="1173482" cy="5486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ICV SPRING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5ACFC5E-A4A3-82AE-58B2-0B3D1E90CFF3}"/>
              </a:ext>
            </a:extLst>
          </p:cNvPr>
          <p:cNvCxnSpPr>
            <a:cxnSpLocks/>
          </p:cNvCxnSpPr>
          <p:nvPr/>
        </p:nvCxnSpPr>
        <p:spPr>
          <a:xfrm flipH="1">
            <a:off x="10634472" y="4586732"/>
            <a:ext cx="8082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E215B377-5031-5A67-5498-601C0BC4B95E}"/>
              </a:ext>
            </a:extLst>
          </p:cNvPr>
          <p:cNvSpPr txBox="1"/>
          <p:nvPr/>
        </p:nvSpPr>
        <p:spPr>
          <a:xfrm>
            <a:off x="10634472" y="3745960"/>
            <a:ext cx="2011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SUCTION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30BD3DE-400F-5BC8-55F1-61713D574000}"/>
              </a:ext>
            </a:extLst>
          </p:cNvPr>
          <p:cNvCxnSpPr>
            <a:cxnSpLocks/>
          </p:cNvCxnSpPr>
          <p:nvPr/>
        </p:nvCxnSpPr>
        <p:spPr>
          <a:xfrm flipV="1">
            <a:off x="5823203" y="803902"/>
            <a:ext cx="0" cy="7772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0FCF95F4-EEEC-04D1-5889-377C0754BB77}"/>
              </a:ext>
            </a:extLst>
          </p:cNvPr>
          <p:cNvSpPr txBox="1"/>
          <p:nvPr/>
        </p:nvSpPr>
        <p:spPr>
          <a:xfrm>
            <a:off x="5823203" y="941562"/>
            <a:ext cx="2011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DISCHARGE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D7D3B2-30E9-16E8-E228-8CEFE2C0DCCF}"/>
              </a:ext>
            </a:extLst>
          </p:cNvPr>
          <p:cNvSpPr/>
          <p:nvPr/>
        </p:nvSpPr>
        <p:spPr>
          <a:xfrm>
            <a:off x="5082539" y="5290820"/>
            <a:ext cx="1408176" cy="6766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HP SEAL GROUP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F392304-BC17-A01A-CB84-5BB6FB7954CE}"/>
              </a:ext>
            </a:extLst>
          </p:cNvPr>
          <p:cNvSpPr/>
          <p:nvPr/>
        </p:nvSpPr>
        <p:spPr>
          <a:xfrm>
            <a:off x="7757543" y="4248404"/>
            <a:ext cx="1285873" cy="6766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HEAD BLOCK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87C9388-4B82-D245-0E07-18E2284F528B}"/>
              </a:ext>
            </a:extLst>
          </p:cNvPr>
          <p:cNvSpPr/>
          <p:nvPr/>
        </p:nvSpPr>
        <p:spPr>
          <a:xfrm>
            <a:off x="9143240" y="4248404"/>
            <a:ext cx="1372360" cy="6766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RETAINING RING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565252D-0F0E-75D0-3C82-DE1694E1394D}"/>
              </a:ext>
            </a:extLst>
          </p:cNvPr>
          <p:cNvSpPr/>
          <p:nvPr/>
        </p:nvSpPr>
        <p:spPr>
          <a:xfrm>
            <a:off x="5236462" y="1587500"/>
            <a:ext cx="1173482" cy="5486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IN-LINE DCV</a:t>
            </a:r>
          </a:p>
        </p:txBody>
      </p:sp>
    </p:spTree>
    <p:extLst>
      <p:ext uri="{BB962C8B-B14F-4D97-AF65-F5344CB8AC3E}">
        <p14:creationId xmlns:p14="http://schemas.microsoft.com/office/powerpoint/2010/main" val="4239852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1379</TotalTime>
  <Words>26</Words>
  <Application>Microsoft Office PowerPoint</Application>
  <PresentationFormat>Widescreen</PresentationFormat>
  <Paragraphs>16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PJ Callahan</dc:creator>
  <cp:lastModifiedBy>PJ Callahan</cp:lastModifiedBy>
  <cp:revision>2</cp:revision>
  <dcterms:created xsi:type="dcterms:W3CDTF">2026-06-05T05:03:06Z</dcterms:created>
  <dcterms:modified xsi:type="dcterms:W3CDTF">2026-07-07T21:38:14Z</dcterms:modified>
</cp:coreProperties>
</file>