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539F-FB6B-9833-0F48-FAC7293C1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570C5-268B-17C5-F409-2C2C666A1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1F0D1-B8E0-281E-A3D1-FB6894CB5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FADE7-6EB1-5009-E6CA-E55FC0F2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DA03C-AA00-64F6-4A1B-88CB1D83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3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5AD8-8638-540D-DB36-9D9769EDF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BEFA-4778-0596-5A1C-9EEEDD879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B48F-BA93-0893-A493-D0FA5A59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02906-FB15-AA44-91AE-18837CE3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85217-41B1-F1EB-4D04-C110A59B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3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86CC-448B-6CEC-18C8-F490C96B4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B4EB7-B50C-0A09-FC7D-8FF12A31D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63945-B725-3A87-475A-176B5295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A31EA-F184-0D5C-5442-A2215751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15A08-5439-D8CE-737D-67A130DD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1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9754-9CFA-508C-85B5-8B0BE2CD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69C8-D37C-9CD0-1C0D-048EC1AD8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EE8AF-E811-0001-28DB-19AA6B0E3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5EA72-0456-DBF4-BAFA-D3C8F314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969B9-34D9-CA2C-2DA2-26245E09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5F2D9-F58B-BA80-7CDB-5AD392FA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7D42-3278-79F9-F707-BDB6EEC40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A5FE0-E8FB-72AD-21BD-54C71607C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29906-3583-C0E2-2D9D-741F288E6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34BABC-1B66-F0B6-2135-4BAA027E4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01C9A-573C-04C0-998B-24604B3BEA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D880D0-C208-5578-7ABE-126DEB45F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1D09F-60BA-2AD1-8B1B-19C69C936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61A267-3FE9-2D5F-F803-834A86D6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7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0A33-3DC0-776C-1B24-6759D32F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D20DA-FFFC-DB49-B180-5B768B85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770EE-9C86-B8ED-5EB9-28EA17FF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63808-ACAD-5C4D-8057-93563AD5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2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D4BEC-2D77-6BA6-0548-E25F15CD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F4E5A-783F-8218-076E-34209EDF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88AA5-0BC5-A10B-7EC8-10AACD1B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6F25-0DC4-9DBE-F42B-608F3889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93CC0-B1A7-0C06-1356-03B890801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DF35E-81DF-AD28-ACEA-223FE1AE8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F439A-D657-3E36-1BEF-A7DB3B2A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C0CA1-35F9-CDCD-AE08-53748744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51F7B-16C6-1E55-783B-AE158948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8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B864-EBBD-80A8-E332-81EC511D6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0132E-EA86-01F8-021E-22226BEA1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C2895-41B2-F928-1C02-C1E4CB9E3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AEB39-11E2-D827-EEDE-C02C792D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FBCA7-E27B-1F45-B678-7B77680E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52A20-2BDE-490C-E06A-9D44CFAE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B695-8B68-B64B-659F-3AE435E7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145EC-D1D9-4346-C20D-B1EABFB61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22CDA-E39E-0536-D33D-2C755807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94AE7-B046-3D79-92C8-B3F8A58F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A5852-82CB-8418-0E13-DBD9DDF7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7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683E6-1401-D76A-0671-4EDD93D11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C703F-672C-2A82-0C3D-FF3BA839C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876DF-04B1-7E6D-B79A-F3655045D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0B648-F63A-1DEA-2D97-04B4CEBB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0552A-8071-34D0-8554-5F98F749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0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36084-3F6C-3C0C-48D2-FD48F8564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17261-6722-D527-E1F2-E23CD7F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A53AD-0FA3-9A56-3A17-3CE424201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3124A-49AE-4925-9D3F-7822D9936C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A032F-7583-06DC-15C0-56158ADB6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9C6F7-9F55-9777-0744-114E1248F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044CA-2821-444F-9EC8-AC5C6B5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8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5C847-6588-AE60-C954-FF97467E2A61}"/>
              </a:ext>
            </a:extLst>
          </p:cNvPr>
          <p:cNvSpPr/>
          <p:nvPr/>
        </p:nvSpPr>
        <p:spPr>
          <a:xfrm>
            <a:off x="1453896" y="1316736"/>
            <a:ext cx="7644384" cy="34838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PUMP HOUSING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7760F7-3032-BFBD-B363-5EFC469E9293}"/>
              </a:ext>
            </a:extLst>
          </p:cNvPr>
          <p:cNvSpPr/>
          <p:nvPr/>
        </p:nvSpPr>
        <p:spPr>
          <a:xfrm>
            <a:off x="1993392" y="3146536"/>
            <a:ext cx="5084064" cy="100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dirty="0"/>
              <a:t>	PISTON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E2F5D8-0A64-039A-A0DC-99010984ECA1}"/>
              </a:ext>
            </a:extLst>
          </p:cNvPr>
          <p:cNvSpPr/>
          <p:nvPr/>
        </p:nvSpPr>
        <p:spPr>
          <a:xfrm>
            <a:off x="1993392" y="2542032"/>
            <a:ext cx="1828800" cy="420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LP SEAL GROUP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E517DC-3001-DE51-094D-FE266A5A7624}"/>
              </a:ext>
            </a:extLst>
          </p:cNvPr>
          <p:cNvSpPr/>
          <p:nvPr/>
        </p:nvSpPr>
        <p:spPr>
          <a:xfrm>
            <a:off x="5903974" y="2450592"/>
            <a:ext cx="117348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DCV POPPET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FA007D-7315-E9EC-2E6A-458350E20CB4}"/>
              </a:ext>
            </a:extLst>
          </p:cNvPr>
          <p:cNvSpPr/>
          <p:nvPr/>
        </p:nvSpPr>
        <p:spPr>
          <a:xfrm>
            <a:off x="5903974" y="1837944"/>
            <a:ext cx="117348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DCV SPRING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CF6F52-F7CE-C5B9-94F3-E6D9D436F0C9}"/>
              </a:ext>
            </a:extLst>
          </p:cNvPr>
          <p:cNvSpPr/>
          <p:nvPr/>
        </p:nvSpPr>
        <p:spPr>
          <a:xfrm>
            <a:off x="7420353" y="3026664"/>
            <a:ext cx="117348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ICV FLAPPER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97D2C9-DB88-70FA-CBCE-B22A53BECDE5}"/>
              </a:ext>
            </a:extLst>
          </p:cNvPr>
          <p:cNvSpPr/>
          <p:nvPr/>
        </p:nvSpPr>
        <p:spPr>
          <a:xfrm>
            <a:off x="7453117" y="3621024"/>
            <a:ext cx="117348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ICV SPRING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ACFC5E-A4A3-82AE-58B2-0B3D1E90CFF3}"/>
              </a:ext>
            </a:extLst>
          </p:cNvPr>
          <p:cNvCxnSpPr>
            <a:endCxn id="4" idx="3"/>
          </p:cNvCxnSpPr>
          <p:nvPr/>
        </p:nvCxnSpPr>
        <p:spPr>
          <a:xfrm flipH="1" flipV="1">
            <a:off x="9098280" y="3058668"/>
            <a:ext cx="24597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15B377-5031-5A67-5498-601C0BC4B95E}"/>
              </a:ext>
            </a:extLst>
          </p:cNvPr>
          <p:cNvSpPr txBox="1"/>
          <p:nvPr/>
        </p:nvSpPr>
        <p:spPr>
          <a:xfrm>
            <a:off x="9683496" y="2542032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0BD3DE-400F-5BC8-55F1-61713D574000}"/>
              </a:ext>
            </a:extLst>
          </p:cNvPr>
          <p:cNvCxnSpPr>
            <a:cxnSpLocks/>
          </p:cNvCxnSpPr>
          <p:nvPr/>
        </p:nvCxnSpPr>
        <p:spPr>
          <a:xfrm flipH="1" flipV="1">
            <a:off x="6446520" y="794004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FCF95F4-EEEC-04D1-5889-377C0754BB77}"/>
              </a:ext>
            </a:extLst>
          </p:cNvPr>
          <p:cNvSpPr txBox="1"/>
          <p:nvPr/>
        </p:nvSpPr>
        <p:spPr>
          <a:xfrm>
            <a:off x="6490715" y="763524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DISCHARGE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7D3B2-30E9-16E8-E228-8CEFE2C0DCCF}"/>
              </a:ext>
            </a:extLst>
          </p:cNvPr>
          <p:cNvSpPr/>
          <p:nvPr/>
        </p:nvSpPr>
        <p:spPr>
          <a:xfrm>
            <a:off x="5522208" y="3429000"/>
            <a:ext cx="1408176" cy="676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HP SEAL SET</a:t>
            </a:r>
          </a:p>
        </p:txBody>
      </p:sp>
    </p:spTree>
    <p:extLst>
      <p:ext uri="{BB962C8B-B14F-4D97-AF65-F5344CB8AC3E}">
        <p14:creationId xmlns:p14="http://schemas.microsoft.com/office/powerpoint/2010/main" val="423985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PJ Callahan</dc:creator>
  <cp:lastModifiedBy>PJ Callahan</cp:lastModifiedBy>
  <cp:revision>1</cp:revision>
  <dcterms:created xsi:type="dcterms:W3CDTF">2026-06-05T05:03:06Z</dcterms:created>
  <dcterms:modified xsi:type="dcterms:W3CDTF">2026-06-05T05:03:51Z</dcterms:modified>
</cp:coreProperties>
</file>